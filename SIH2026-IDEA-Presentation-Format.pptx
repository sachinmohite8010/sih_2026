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n Mohite" userId="20c760fc03ba51e0" providerId="LiveId" clId="{B5FF31AA-4A80-44FD-B351-F7B4EE6E635B}"/>
    <pc:docChg chg="custSel modSld">
      <pc:chgData name="Sachin Mohite" userId="20c760fc03ba51e0" providerId="LiveId" clId="{B5FF31AA-4A80-44FD-B351-F7B4EE6E635B}" dt="2026-09-04T12:08:26.895" v="9" actId="478"/>
      <pc:docMkLst>
        <pc:docMk/>
      </pc:docMkLst>
      <pc:sldChg chg="addSp delSp modSp mod">
        <pc:chgData name="Sachin Mohite" userId="20c760fc03ba51e0" providerId="LiveId" clId="{B5FF31AA-4A80-44FD-B351-F7B4EE6E635B}" dt="2026-09-04T12:08:26.895" v="9" actId="478"/>
        <pc:sldMkLst>
          <pc:docMk/>
          <pc:sldMk cId="1588084416" sldId="297"/>
        </pc:sldMkLst>
        <pc:spChg chg="add del mod">
          <ac:chgData name="Sachin Mohite" userId="20c760fc03ba51e0" providerId="LiveId" clId="{B5FF31AA-4A80-44FD-B351-F7B4EE6E635B}" dt="2026-09-04T12:08:24.733" v="6" actId="478"/>
          <ac:spMkLst>
            <pc:docMk/>
            <pc:sldMk cId="1588084416" sldId="297"/>
            <ac:spMk id="2" creationId="{78B0D16A-6ABB-BEB2-68FD-03A98C910C19}"/>
          </ac:spMkLst>
        </pc:spChg>
        <pc:spChg chg="add del mod">
          <ac:chgData name="Sachin Mohite" userId="20c760fc03ba51e0" providerId="LiveId" clId="{B5FF31AA-4A80-44FD-B351-F7B4EE6E635B}" dt="2026-09-04T12:08:24.735" v="8"/>
          <ac:spMkLst>
            <pc:docMk/>
            <pc:sldMk cId="1588084416" sldId="297"/>
            <ac:spMk id="8" creationId="{DE42C8E8-2EB7-8A17-81DE-F1BE88D325F4}"/>
          </ac:spMkLst>
        </pc:spChg>
        <pc:spChg chg="add del">
          <ac:chgData name="Sachin Mohite" userId="20c760fc03ba51e0" providerId="LiveId" clId="{B5FF31AA-4A80-44FD-B351-F7B4EE6E635B}" dt="2026-09-04T12:08:26.895" v="9" actId="478"/>
          <ac:spMkLst>
            <pc:docMk/>
            <pc:sldMk cId="1588084416" sldId="297"/>
            <ac:spMk id="9" creationId="{1D921429-995A-ED32-3004-031BC646A5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Sachin Mohite</cp:lastModifiedBy>
  <cp:revision>148</cp:revision>
  <dcterms:created xsi:type="dcterms:W3CDTF">2013-12-12T18:46:50Z</dcterms:created>
  <dcterms:modified xsi:type="dcterms:W3CDTF">2026-09-04T13:39:37Z</dcterms:modified>
  <cp:category/>
</cp:coreProperties>
</file>