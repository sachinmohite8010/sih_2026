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158702" y="1538116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382931" y="5097401"/>
            <a:ext cx="8534400" cy="1752600"/>
          </a:xfrm>
        </p:spPr>
        <p:txBody>
          <a:bodyPr/>
          <a:lstStyle/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6904" y="1063837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SIH26167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A0CDB16-BC56-13F0-7E94-6E76F45EF2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99"/>
            <a:ext cx="12189332" cy="69056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4FEE9F-4593-E041-1326-94FB7912F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00"/>
            <a:ext cx="12192000" cy="68347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E71B12D-8E8A-507E-219D-F60F3538DA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 flipV="1">
            <a:off x="609600" y="1095375"/>
            <a:ext cx="10972800" cy="228328"/>
          </a:xfrm>
        </p:spPr>
        <p:txBody>
          <a:bodyPr/>
          <a:lstStyle/>
          <a:p>
            <a:pPr eaLnBrk="1" hangingPunct="1"/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3D5663-12AD-A5DC-D1AA-A305E0D4E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600"/>
            <a:ext cx="12192000" cy="683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B3EAA9-4AAA-2F33-3262-EA14A1E7D7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600"/>
            <a:ext cx="12192000" cy="6834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507067" y="1764242"/>
            <a:ext cx="67733" cy="1143000"/>
          </a:xfrm>
        </p:spPr>
        <p:txBody>
          <a:bodyPr/>
          <a:lstStyle/>
          <a:p>
            <a:pPr eaLnBrk="1" hangingPunct="1"/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48AA44-517B-0574-BA12-8FBEA3473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7689</TotalTime>
  <Words>62</Words>
  <Application>Microsoft Office PowerPoint</Application>
  <PresentationFormat>Widescreen</PresentationFormat>
  <Paragraphs>23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IMPACT AND BENEFITS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pranav langade</cp:lastModifiedBy>
  <cp:revision>169</cp:revision>
  <dcterms:created xsi:type="dcterms:W3CDTF">2013-12-12T18:46:50Z</dcterms:created>
  <dcterms:modified xsi:type="dcterms:W3CDTF">2026-09-10T11:25:22Z</dcterms:modified>
  <cp:category/>
</cp:coreProperties>
</file>